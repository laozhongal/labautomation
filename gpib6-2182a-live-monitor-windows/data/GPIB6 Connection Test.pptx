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31D1A-86CA-4E5E-9AC2-9E4BB829AA5B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246FD-AE32-468B-87FD-EFBC118C4B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90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8246FD-AE32-468B-87FD-EFBC118C4BB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6072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6A8A-5B9E-FA62-1299-59B7C09DA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405FA-21DB-4F21-D7FF-DF67BC5F0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4C47C-41B6-DABD-8610-FDF24F27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53BBA-6A7C-B67F-1968-01CAA9D0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99262-6360-F1F4-317B-C2EF8CC9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14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B3B9F-4110-3617-DAAC-E723AB08D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6A3BA-FD4F-ADA4-B6CC-326A78AB0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CEC7-E26E-5ABB-64CC-04DE47A2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98295-FCFA-30F0-39C8-31551DE6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9320-A264-48BD-ED02-3B26D70B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992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2573-9B47-6AC4-CEE9-80A7E969B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BBAA51-2A96-E768-1563-498D8576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76ACC-6927-228D-7AC8-DD5799E5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38CAE-6C3E-8B96-EC39-41ADBBBE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70269-F5D9-0496-2F22-B0929DCC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47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7737-7037-119E-4C5D-526A4838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2C8B1-0FD3-FCA6-5D5B-F8E2E61B37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B2EE1-25B1-FA1A-32FA-A90E80B27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B62862-D980-AE63-2710-CB34505C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131C5-60E6-CF42-5E5D-B37EA7A8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AB94D-A2FF-3FE6-2862-D41899C1B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564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5979-4C04-2BD6-3BCF-64B9FFAD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B38F4-037F-6046-C64E-BDF3306A3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EE74F-0CD9-F248-E7E9-51B56462F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D85C2-24D8-832A-BC7F-6DE8977E3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4A9C7-F589-56AD-3D1D-B37C061A9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E90F18-2137-447E-758E-4253A030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038129-4202-3F97-F72F-AADA96FE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079EE6-9411-D7BC-DDF0-D663707F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3999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D1C1-4E4C-77B6-BCB0-5775D739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34582-51FF-20AF-F312-53AF27A5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E26E59-1D17-EF79-6BA7-8445136D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24736-07CD-48CA-B7D4-9ECCF0EF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06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940AF-8B9A-A654-791D-5702A60D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3AFEE-D9EE-505C-5AD5-13931082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C5161-0605-0ECD-6A4B-56BF5CB0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81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084A-48FD-C4FE-94E7-CAC82E9B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680D7-EA16-AA01-C4E9-3733BFE27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A8F8-FC80-2E0E-D95E-D033E693D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88A49-B405-606D-A042-2D481D9D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AF1C5-3114-2208-FC97-C0650CC1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A6C17-3873-ABA5-48D5-ACD74BA1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777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C4AB-E303-6819-0BCB-81D6E089E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F18A5-0989-77E7-45A7-992333E30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FD4BE-E91F-EF48-BFB3-A2126038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2EE15-233A-915A-97E7-62027D67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07785-1445-FA21-76C6-CCB818B9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B4F7D-C738-1D6A-726A-ABD88717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208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1AD4-89C4-44FE-5CE1-45DFF414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D6FD8-BF4D-AF73-EFFB-1D4998FF0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3EEF1-E973-CE14-C54F-8F5D959F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8A90-AA1D-9100-5F6C-0AED5F77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BF49-D450-BD8D-F9AE-95228BBD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88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F99AE-365E-DCD4-18B4-9B61F6518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E0823-1651-F789-FCBF-BC4A3BB61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3FFE6-4CF8-9719-0013-4AFF4E27C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F6686-2B49-3BE1-8EDA-F238A84B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37C06-1218-6ECC-FA76-084BBC32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233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CF997-2860-4757-31F6-79ECD00AD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526D3-5B91-EE2D-214E-DBB84058E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D9D8F-C634-CC25-D12C-D3A35D1C5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AE8CA-256A-4382-90E3-64454C91EFC2}" type="datetimeFigureOut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A16C-A13A-CE01-64B6-21C936DB9C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B99C6-E736-25F8-DC2F-33BBEBBD7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0A756-AC27-45CE-A9C6-42D8897A8A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085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3E82C3-DB93-FE53-6649-4AD9AEFCC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66" y="138846"/>
            <a:ext cx="5439534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53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anh-supermag@outlook.jp</dc:creator>
  <cp:lastModifiedBy>anh-supermag@outlook.jp</cp:lastModifiedBy>
  <cp:revision>1</cp:revision>
  <dcterms:created xsi:type="dcterms:W3CDTF">2026-08-25T06:41:25Z</dcterms:created>
  <dcterms:modified xsi:type="dcterms:W3CDTF">2026-08-25T11:28:58Z</dcterms:modified>
</cp:coreProperties>
</file>